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" name="Image 0" descr="D:\Projects\QA Copilot - Testathon\presentation\assets\slide1_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731520"/>
            <a:ext cx="594360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731520"/>
            <a:ext cx="502920" cy="5349240"/>
          </a:xfrm>
          <a:prstGeom prst="rect">
            <a:avLst/>
          </a:prstGeom>
          <a:solidFill>
            <a:srgbClr val="080B12">
              <a:alpha val="6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QA COPILOT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QA Copilot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test generation powered by Graph RAG, Vector RAG, and AI agents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822960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749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software context to complete QA intelligence.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51C2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434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 Graph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08960" y="44348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51C2E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0" y="4434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Knowledge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937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51C2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937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Test Generation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08960" y="4937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51C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4937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Closure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0" y="6473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/ 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QA Challenge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640080" cy="50292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D:\Projects\QA Copilot - Testathon\presentation\assets\slide2_problem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28600"/>
            <a:ext cx="411480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1430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143000"/>
            <a:ext cx="91440" cy="4572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325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QA Reality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68680" y="231343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22402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scattered across tickets, docs, and tribal knowledge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30449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2971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produces generic test cases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" y="377647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3703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 are hard to detect manually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8680" y="450799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44348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planning is slow and inconsistent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63640" y="274320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151C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2743200"/>
            <a:ext cx="91440" cy="3520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QA Copilot combines: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583680" y="3657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0" y="3611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 Graph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83680" y="40965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6949440" y="40507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Confluence / QA documents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583680" y="45354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28" name="Text 25"/>
          <p:cNvSpPr/>
          <p:nvPr/>
        </p:nvSpPr>
        <p:spPr>
          <a:xfrm>
            <a:off x="6949440" y="44897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 + Vector RAG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583680" y="49743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6949440" y="49286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QA agents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583680" y="54132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32" name="Text 29"/>
          <p:cNvSpPr/>
          <p:nvPr/>
        </p:nvSpPr>
        <p:spPr>
          <a:xfrm>
            <a:off x="6949440" y="5367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outputs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607040" y="6473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Copilot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685800"/>
            <a:ext cx="640080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241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7335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10241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30428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7328" y="10241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943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0241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247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93408" y="102412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69340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2551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10241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15644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2668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855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19488" y="10241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961948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8972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451592" y="1389888"/>
            <a:ext cx="16459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07040" y="91440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51C2E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82528" y="1024128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11082528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652760" y="1444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pic>
        <p:nvPicPr>
          <p:cNvPr id="45" name="Image 0" descr="D:\Projects\QA Copilot - Testathon\presentation\assets\slide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331720"/>
            <a:ext cx="3886200" cy="347472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502920" y="24231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/>
        </p:spPr>
      </p:sp>
      <p:sp>
        <p:nvSpPr>
          <p:cNvPr id="47" name="Shape 44"/>
          <p:cNvSpPr/>
          <p:nvPr/>
        </p:nvSpPr>
        <p:spPr>
          <a:xfrm>
            <a:off x="502920" y="2423160"/>
            <a:ext cx="73152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5"/>
          <p:cNvSpPr/>
          <p:nvPr/>
        </p:nvSpPr>
        <p:spPr>
          <a:xfrm>
            <a:off x="77724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777240" y="3108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user journeys, branches, dependencies, and failure paths.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4160520" y="24231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/>
        </p:spPr>
      </p:sp>
      <p:sp>
        <p:nvSpPr>
          <p:cNvPr id="51" name="Shape 48"/>
          <p:cNvSpPr/>
          <p:nvPr/>
        </p:nvSpPr>
        <p:spPr>
          <a:xfrm>
            <a:off x="4160520" y="2423160"/>
            <a:ext cx="73152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49"/>
          <p:cNvSpPr/>
          <p:nvPr/>
        </p:nvSpPr>
        <p:spPr>
          <a:xfrm>
            <a:off x="443484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RAG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4434840" y="3108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relevant requirements, bugs, tickets, and documents.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502920" y="42519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/>
        </p:spPr>
      </p:sp>
      <p:sp>
        <p:nvSpPr>
          <p:cNvPr id="55" name="Shape 52"/>
          <p:cNvSpPr/>
          <p:nvPr/>
        </p:nvSpPr>
        <p:spPr>
          <a:xfrm>
            <a:off x="502920" y="425196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3"/>
          <p:cNvSpPr/>
          <p:nvPr/>
        </p:nvSpPr>
        <p:spPr>
          <a:xfrm>
            <a:off x="77724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Fusion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777240" y="4937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graph structure + document evidence into one reliable prompt context.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4160520" y="42519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/>
        </p:spPr>
      </p:sp>
      <p:sp>
        <p:nvSpPr>
          <p:cNvPr id="59" name="Shape 56"/>
          <p:cNvSpPr/>
          <p:nvPr/>
        </p:nvSpPr>
        <p:spPr>
          <a:xfrm>
            <a:off x="4160520" y="4251960"/>
            <a:ext cx="73152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0" name="Text 57"/>
          <p:cNvSpPr/>
          <p:nvPr/>
        </p:nvSpPr>
        <p:spPr>
          <a:xfrm>
            <a:off x="443484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4434840" y="4937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review, improve, and explain QA artifacts.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10607040" y="6473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Journey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685800"/>
            <a:ext cx="640080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System Flow Graph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97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Graph Explorer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097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Knowledge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960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097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544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Agentic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Test Cases / BDD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20574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Validity &amp; Automation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0574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Bugs, Regression, Coverage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20574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C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3544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BDD Scenarios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3840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Feature flow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7240" y="42245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Requirements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40" y="4608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Bugs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" y="49926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Tickets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" y="53766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Docs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06240" y="32461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26280" y="3840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Test Cases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26280" y="42245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BDD Scenarios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26280" y="4608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Automation Review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26280" y="49926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Bug Reports / Regression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26280" y="53766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Coverage Gaps &amp; Evidence</a:t>
            </a:r>
            <a:endParaRPr lang="en-US" sz="1600" dirty="0"/>
          </a:p>
        </p:txBody>
      </p:sp>
      <p:pic>
        <p:nvPicPr>
          <p:cNvPr id="44" name="Image 0" descr="D:\Projects\QA Copilot - Testathon\presentation\assets\slide4_demo_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246120"/>
            <a:ext cx="3886200" cy="29260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0607040" y="6473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QA assistant to continuous AI QA 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640080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108813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481328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5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Jira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" y="3063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 epics, stories, acceptance criteria, and product docs.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1481328"/>
            <a:ext cx="274320" cy="27432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96596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51C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87168" y="3063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Playwright, Selenium, Cypress, Postman, and CI/CD.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481328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196596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5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Script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53128" y="3063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approved BDD into runnable automation code.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1481328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96596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5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Readiness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19088" y="3063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coverage, automation readiness, and open QA gaps.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1481328"/>
            <a:ext cx="274320" cy="27432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196596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51C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QA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85048" y="3063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analysis when requirements, tickets, or flows change.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927080" y="1481328"/>
            <a:ext cx="274320" cy="27432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2708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41280" y="196596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151C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351008" y="3063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audit logs, approval workflows, reusable QA templates.</a:t>
            </a:r>
            <a:endParaRPr lang="en-US" sz="1200" dirty="0"/>
          </a:p>
        </p:txBody>
      </p:sp>
      <p:pic>
        <p:nvPicPr>
          <p:cNvPr id="38" name="Image 0" descr="D:\Projects\QA Copilot - Testathon\presentation\assets\slide5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212080"/>
            <a:ext cx="11338560" cy="105156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607040" y="6473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QA Copilot — Demo</dc:title>
  <dc:subject>Evidence-backed test generation powered by Graph RAG, Vector RAG, and AI agents</dc:subject>
  <dc:creator>Agentic QA Copilot</dc:creator>
  <cp:lastModifiedBy>Agentic QA Copilot</cp:lastModifiedBy>
  <cp:revision>1</cp:revision>
  <dcterms:created xsi:type="dcterms:W3CDTF">2026-08-05T12:47:33Z</dcterms:created>
  <dcterms:modified xsi:type="dcterms:W3CDTF">2026-08-05T12:47:33Z</dcterms:modified>
</cp:coreProperties>
</file>